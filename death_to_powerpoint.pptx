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Death to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69696"/>
                </a:solidFill>
              </a:defRPr>
            </a:pPr>
            <a:r>
              <a:t>How I Ship Customer Demos in Hours, Not Weeks</a:t>
            </a:r>
            <a:br/>
            <a:br/>
            <a:r>
              <a:t>Pravin Vasudevan | ANZ Field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464"/>
                </a:solidFill>
              </a:defRPr>
            </a:pPr>
            <a:r>
              <a:t>The Old Way Was Killing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Customer asks for a demo on Tuesday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Spend 2-3 days building POC from scratch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Weekend work to polish before meeting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PowerPoint decks that nobody remembers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Context switching between N customers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Repeated patterns coded from memory each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FF96"/>
                </a:solidFill>
              </a:defRPr>
            </a:pPr>
            <a:r>
              <a:t>The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I stopped WRITING code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I started ORCHESTRATING code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AI agents do the typing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I do the thinking and directing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Show &gt; Tell (live demos beat slides)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Ship fast, iterate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C8FF"/>
                </a:solidFill>
              </a:defRPr>
            </a:pPr>
            <a:r>
              <a:t>The Agentic Coding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664"/>
                </a:solidFill>
              </a:defRPr>
            </a:pPr>
            <a:r>
              <a:t>Claude Code (CLI)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Terminal-based AI agent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Reads/writes/edits files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Runs tests, linting, git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Great for automation tasks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Batch operations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CI/CD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4FF96"/>
                </a:solidFill>
              </a:defRPr>
            </a:pPr>
            <a:r>
              <a:t>Cursor (IDE)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VS Code fork with AI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Inline completions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Chat with codebase context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Visual debugging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Feature development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Refactoring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C8FF"/>
                </a:solidFill>
              </a:defRPr>
            </a:pPr>
            <a:r>
              <a:t>How They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Both connect to same GitHub repo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Cursor: Write features (visual context helps)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Claude Code: Tests, linting, docs, git ops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Push/pull to sync between them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Parallel work on different tasks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Like having two 10x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864"/>
                </a:solidFill>
              </a:defRPr>
            </a:pPr>
            <a:r>
              <a:t>What You're About to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Battery Trading AI Assistant (real customer demo)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LangGraph agent with RAG + SQL tools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Cursor: Add a new agent tool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Claude Code: Add pytest infrastructure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Claude Code: Add pre-commit hooks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All in ~15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C8FF"/>
                </a:solidFill>
              </a:defRPr>
            </a:pPr>
            <a:r>
              <a:t>Pattern: Self-Documenting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solidFill>
            <a:srgbClr val="282C34"/>
          </a:solidFill>
          <a:ln>
            <a:solidFill>
              <a:srgbClr val="3C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@tool</a:t>
            </a:r>
            <a:br/>
            <a:r>
              <a:t>def get_battery_status(</a:t>
            </a:r>
            <a:br/>
            <a:r>
              <a:t>    battery_id: Annotated[str,</a:t>
            </a:r>
            <a:br/>
            <a:r>
              <a:t>        "Battery ID (RESS2, DPNTBESS) or 'all'"] = "all"</a:t>
            </a:r>
            <a:br/>
            <a:r>
              <a:t>) -&gt; str:</a:t>
            </a:r>
            <a:br/>
            <a:r>
              <a:t>    """Get current SoC and capabilities for batteries."""</a:t>
            </a:r>
            <a:br/>
            <a:br/>
            <a:r>
              <a:t>    # AI reads these annotations for tool selection</a:t>
            </a:r>
            <a:br/>
            <a:r>
              <a:t>    # Also serves as documentation</a:t>
            </a:r>
            <a:br/>
            <a:r>
              <a:t>    # Type hints enable testing</a:t>
            </a:r>
            <a:br/>
            <a:r>
              <a:t>   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Annotated types = docs + AI context + type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C8FF"/>
                </a:solidFill>
              </a:defRPr>
            </a:pPr>
            <a:r>
              <a:t>Patterns That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Read first, edit second (show existing patterns)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Specific prompts &gt; vague prompts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Break big tasks into small chunks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Use factory patterns for testability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Centralize config, no magic strings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Type hints everywhere (AI reads them)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464"/>
                </a:solidFill>
              </a:defRPr>
            </a:pPr>
            <a:r>
              <a:t>When AI Agents Go Rogue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Context window limits (break up big files)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Hallucinated APIs (always verify against docs)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Wrong patterns (be explicit: 'use pytest not unittest')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Over-eager refactoring (scope your asks tightly)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Inconsistent style (read existing code first)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The 'delete everything and start over' impulse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C8FF"/>
                </a:solidFill>
              </a:defRPr>
            </a:pPr>
            <a:r>
              <a:t>The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C864"/>
                </a:solidFill>
              </a:defRPr>
            </a:pPr>
            <a:r>
              <a:t>8+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Customer demos</a:t>
            </a:r>
            <a:br/>
            <a:r>
              <a:t>this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86000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C864"/>
                </a:solidFill>
              </a:defRPr>
            </a:pPr>
            <a:r>
              <a:t>3-5 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36576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Average build</a:t>
            </a:r>
            <a:br/>
            <a:r>
              <a:t>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C864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PowerPoint</a:t>
            </a:r>
            <a:br/>
            <a:r>
              <a:t>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C864"/>
                </a:solidFill>
              </a:defRPr>
            </a:pPr>
            <a:r>
              <a:t>10x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65760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Perceived</a:t>
            </a:r>
            <a:br/>
            <a:r>
              <a:t>productivity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C8FF"/>
                </a:solidFill>
              </a:defRPr>
            </a:pPr>
            <a:r>
              <a:t>Try It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Claude Code: claude.ai/code (free tier available)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Cursor: cursor.sh (free tier available)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Start small: 'write tests for this file'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Read the code first, then ask for edits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Use specific prompts with context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I'll share my templates and prompts after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69696"/>
                </a:solidFill>
              </a:defRPr>
            </a:pPr>
            <a:r>
              <a:t>Let's debug together</a:t>
            </a:r>
            <a:br/>
            <a:br/>
            <a:r>
              <a:t>@pravinva | pravin.vasudevan@databricks.com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